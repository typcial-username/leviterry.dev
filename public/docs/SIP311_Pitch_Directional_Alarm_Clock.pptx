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7" r:id="rId3"/>
    <p:sldId id="260" r:id="rId4"/>
    <p:sldId id="259" r:id="rId5"/>
    <p:sldId id="262" r:id="rId6"/>
    <p:sldId id="266" r:id="rId7"/>
    <p:sldId id="264" r:id="rId8"/>
    <p:sldId id="269" r:id="rId9"/>
    <p:sldId id="270" r:id="rId10"/>
    <p:sldId id="268"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0D714-72CF-CB11-7AD2-BA7AFD32AAEA}" v="125" dt="2025-07-09T19:46:57.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447" autoAdjust="0"/>
  </p:normalViewPr>
  <p:slideViewPr>
    <p:cSldViewPr snapToGrid="0">
      <p:cViewPr varScale="1">
        <p:scale>
          <a:sx n="56" d="100"/>
          <a:sy n="56" d="100"/>
        </p:scale>
        <p:origin x="1000"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VI TERRY" userId="S::lterry80052@uat.edu::a75a98c3-7e26-4765-9435-7d886587b9ae" providerId="AD" clId="Web-{636F9490-0D9C-356A-FA31-98B46A03E1A0}"/>
    <pc:docChg chg="modSld">
      <pc:chgData name="LEVI TERRY" userId="S::lterry80052@uat.edu::a75a98c3-7e26-4765-9435-7d886587b9ae" providerId="AD" clId="Web-{636F9490-0D9C-356A-FA31-98B46A03E1A0}" dt="2025-05-28T21:47:00.166" v="814" actId="20577"/>
      <pc:docMkLst>
        <pc:docMk/>
      </pc:docMkLst>
      <pc:sldChg chg="modSp">
        <pc:chgData name="LEVI TERRY" userId="S::lterry80052@uat.edu::a75a98c3-7e26-4765-9435-7d886587b9ae" providerId="AD" clId="Web-{636F9490-0D9C-356A-FA31-98B46A03E1A0}" dt="2025-05-28T21:47:00.166" v="814" actId="20577"/>
        <pc:sldMkLst>
          <pc:docMk/>
          <pc:sldMk cId="1027205905" sldId="256"/>
        </pc:sldMkLst>
      </pc:sldChg>
      <pc:sldChg chg="modSp">
        <pc:chgData name="LEVI TERRY" userId="S::lterry80052@uat.edu::a75a98c3-7e26-4765-9435-7d886587b9ae" providerId="AD" clId="Web-{636F9490-0D9C-356A-FA31-98B46A03E1A0}" dt="2025-05-28T17:17:57.060" v="323" actId="20577"/>
        <pc:sldMkLst>
          <pc:docMk/>
          <pc:sldMk cId="3793280999" sldId="259"/>
        </pc:sldMkLst>
      </pc:sldChg>
      <pc:sldChg chg="addSp delSp modSp">
        <pc:chgData name="LEVI TERRY" userId="S::lterry80052@uat.edu::a75a98c3-7e26-4765-9435-7d886587b9ae" providerId="AD" clId="Web-{636F9490-0D9C-356A-FA31-98B46A03E1A0}" dt="2025-05-28T17:46:37.938" v="726" actId="20577"/>
        <pc:sldMkLst>
          <pc:docMk/>
          <pc:sldMk cId="1370536905" sldId="262"/>
        </pc:sldMkLst>
      </pc:sldChg>
      <pc:sldChg chg="delSp modSp">
        <pc:chgData name="LEVI TERRY" userId="S::lterry80052@uat.edu::a75a98c3-7e26-4765-9435-7d886587b9ae" providerId="AD" clId="Web-{636F9490-0D9C-356A-FA31-98B46A03E1A0}" dt="2025-05-28T18:00:07.689" v="793" actId="20577"/>
        <pc:sldMkLst>
          <pc:docMk/>
          <pc:sldMk cId="729111423" sldId="264"/>
        </pc:sldMkLst>
      </pc:sldChg>
      <pc:sldChg chg="addSp delSp modSp">
        <pc:chgData name="LEVI TERRY" userId="S::lterry80052@uat.edu::a75a98c3-7e26-4765-9435-7d886587b9ae" providerId="AD" clId="Web-{636F9490-0D9C-356A-FA31-98B46A03E1A0}" dt="2025-05-28T18:01:01.752" v="802" actId="20577"/>
        <pc:sldMkLst>
          <pc:docMk/>
          <pc:sldMk cId="549611835" sldId="266"/>
        </pc:sldMkLst>
      </pc:sldChg>
      <pc:sldChg chg="modSp">
        <pc:chgData name="LEVI TERRY" userId="S::lterry80052@uat.edu::a75a98c3-7e26-4765-9435-7d886587b9ae" providerId="AD" clId="Web-{636F9490-0D9C-356A-FA31-98B46A03E1A0}" dt="2025-05-28T17:15:37.763" v="256" actId="20577"/>
        <pc:sldMkLst>
          <pc:docMk/>
          <pc:sldMk cId="432790670" sldId="267"/>
        </pc:sldMkLst>
      </pc:sldChg>
    </pc:docChg>
  </pc:docChgLst>
  <pc:docChgLst>
    <pc:chgData name="LEVI TERRY" userId="S::lterry80052@uat.edu::a75a98c3-7e26-4765-9435-7d886587b9ae" providerId="AD" clId="Web-{19E0D714-72CF-CB11-7AD2-BA7AFD32AAEA}"/>
    <pc:docChg chg="addSld delSld modSld">
      <pc:chgData name="LEVI TERRY" userId="S::lterry80052@uat.edu::a75a98c3-7e26-4765-9435-7d886587b9ae" providerId="AD" clId="Web-{19E0D714-72CF-CB11-7AD2-BA7AFD32AAEA}" dt="2025-07-09T19:46:57.476" v="135" actId="20577"/>
      <pc:docMkLst>
        <pc:docMk/>
      </pc:docMkLst>
      <pc:sldChg chg="modSp">
        <pc:chgData name="LEVI TERRY" userId="S::lterry80052@uat.edu::a75a98c3-7e26-4765-9435-7d886587b9ae" providerId="AD" clId="Web-{19E0D714-72CF-CB11-7AD2-BA7AFD32AAEA}" dt="2025-07-09T19:44:20.064" v="114" actId="20577"/>
        <pc:sldMkLst>
          <pc:docMk/>
          <pc:sldMk cId="432790670" sldId="267"/>
        </pc:sldMkLst>
        <pc:spChg chg="mod">
          <ac:chgData name="LEVI TERRY" userId="S::lterry80052@uat.edu::a75a98c3-7e26-4765-9435-7d886587b9ae" providerId="AD" clId="Web-{19E0D714-72CF-CB11-7AD2-BA7AFD32AAEA}" dt="2025-07-09T19:44:20.064" v="114" actId="20577"/>
          <ac:spMkLst>
            <pc:docMk/>
            <pc:sldMk cId="432790670" sldId="267"/>
            <ac:spMk id="6" creationId="{79CA48F3-1B18-4830-981D-AD71F5C3B239}"/>
          </ac:spMkLst>
        </pc:spChg>
      </pc:sldChg>
      <pc:sldChg chg="addSp delSp modSp add replId">
        <pc:chgData name="LEVI TERRY" userId="S::lterry80052@uat.edu::a75a98c3-7e26-4765-9435-7d886587b9ae" providerId="AD" clId="Web-{19E0D714-72CF-CB11-7AD2-BA7AFD32AAEA}" dt="2025-07-09T19:43:48.907" v="88" actId="20577"/>
        <pc:sldMkLst>
          <pc:docMk/>
          <pc:sldMk cId="1193583868" sldId="269"/>
        </pc:sldMkLst>
        <pc:spChg chg="add del mod">
          <ac:chgData name="LEVI TERRY" userId="S::lterry80052@uat.edu::a75a98c3-7e26-4765-9435-7d886587b9ae" providerId="AD" clId="Web-{19E0D714-72CF-CB11-7AD2-BA7AFD32AAEA}" dt="2025-07-09T19:42:27.497" v="53"/>
          <ac:spMkLst>
            <pc:docMk/>
            <pc:sldMk cId="1193583868" sldId="269"/>
            <ac:spMk id="3" creationId="{948E3C10-FF85-263F-4BA0-77A69BD25156}"/>
          </ac:spMkLst>
        </pc:spChg>
        <pc:spChg chg="mod">
          <ac:chgData name="LEVI TERRY" userId="S::lterry80052@uat.edu::a75a98c3-7e26-4765-9435-7d886587b9ae" providerId="AD" clId="Web-{19E0D714-72CF-CB11-7AD2-BA7AFD32AAEA}" dt="2025-07-09T19:43:48.907" v="88" actId="20577"/>
          <ac:spMkLst>
            <pc:docMk/>
            <pc:sldMk cId="1193583868" sldId="269"/>
            <ac:spMk id="6" creationId="{5F91B036-9FDC-351A-F835-C51DCAEF19D1}"/>
          </ac:spMkLst>
        </pc:spChg>
        <pc:spChg chg="mod">
          <ac:chgData name="LEVI TERRY" userId="S::lterry80052@uat.edu::a75a98c3-7e26-4765-9435-7d886587b9ae" providerId="AD" clId="Web-{19E0D714-72CF-CB11-7AD2-BA7AFD32AAEA}" dt="2025-07-09T19:40:12.899" v="22" actId="20577"/>
          <ac:spMkLst>
            <pc:docMk/>
            <pc:sldMk cId="1193583868" sldId="269"/>
            <ac:spMk id="9" creationId="{79A685AC-C4F2-15CF-14E8-5264CB1A9332}"/>
          </ac:spMkLst>
        </pc:spChg>
        <pc:picChg chg="add mod">
          <ac:chgData name="LEVI TERRY" userId="S::lterry80052@uat.edu::a75a98c3-7e26-4765-9435-7d886587b9ae" providerId="AD" clId="Web-{19E0D714-72CF-CB11-7AD2-BA7AFD32AAEA}" dt="2025-07-09T19:43:10.608" v="68" actId="14100"/>
          <ac:picMkLst>
            <pc:docMk/>
            <pc:sldMk cId="1193583868" sldId="269"/>
            <ac:picMk id="2" creationId="{31EAD975-4E99-A27A-9ACD-07C6E4847FDA}"/>
          </ac:picMkLst>
        </pc:picChg>
        <pc:picChg chg="mod">
          <ac:chgData name="LEVI TERRY" userId="S::lterry80052@uat.edu::a75a98c3-7e26-4765-9435-7d886587b9ae" providerId="AD" clId="Web-{19E0D714-72CF-CB11-7AD2-BA7AFD32AAEA}" dt="2025-07-09T19:42:48.154" v="61" actId="1076"/>
          <ac:picMkLst>
            <pc:docMk/>
            <pc:sldMk cId="1193583868" sldId="269"/>
            <ac:picMk id="11" creationId="{90769D74-DCEA-3255-D4F8-5C2EADED85A0}"/>
          </ac:picMkLst>
        </pc:picChg>
      </pc:sldChg>
      <pc:sldChg chg="new del">
        <pc:chgData name="LEVI TERRY" userId="S::lterry80052@uat.edu::a75a98c3-7e26-4765-9435-7d886587b9ae" providerId="AD" clId="Web-{19E0D714-72CF-CB11-7AD2-BA7AFD32AAEA}" dt="2025-07-09T19:39:14.428" v="1"/>
        <pc:sldMkLst>
          <pc:docMk/>
          <pc:sldMk cId="1617330147" sldId="269"/>
        </pc:sldMkLst>
      </pc:sldChg>
      <pc:sldChg chg="modSp add replId">
        <pc:chgData name="LEVI TERRY" userId="S::lterry80052@uat.edu::a75a98c3-7e26-4765-9435-7d886587b9ae" providerId="AD" clId="Web-{19E0D714-72CF-CB11-7AD2-BA7AFD32AAEA}" dt="2025-07-09T19:46:57.476" v="135" actId="20577"/>
        <pc:sldMkLst>
          <pc:docMk/>
          <pc:sldMk cId="2687483498" sldId="270"/>
        </pc:sldMkLst>
        <pc:spChg chg="mod">
          <ac:chgData name="LEVI TERRY" userId="S::lterry80052@uat.edu::a75a98c3-7e26-4765-9435-7d886587b9ae" providerId="AD" clId="Web-{19E0D714-72CF-CB11-7AD2-BA7AFD32AAEA}" dt="2025-07-09T19:46:57.476" v="135" actId="20577"/>
          <ac:spMkLst>
            <pc:docMk/>
            <pc:sldMk cId="2687483498" sldId="270"/>
            <ac:spMk id="6" creationId="{7E647D57-9516-4F16-2EAB-0BD98F8935DE}"/>
          </ac:spMkLst>
        </pc:spChg>
        <pc:spChg chg="mod">
          <ac:chgData name="LEVI TERRY" userId="S::lterry80052@uat.edu::a75a98c3-7e26-4765-9435-7d886587b9ae" providerId="AD" clId="Web-{19E0D714-72CF-CB11-7AD2-BA7AFD32AAEA}" dt="2025-07-09T19:45:20.707" v="123" actId="20577"/>
          <ac:spMkLst>
            <pc:docMk/>
            <pc:sldMk cId="2687483498" sldId="270"/>
            <ac:spMk id="9" creationId="{F5919938-66A4-E277-1725-82F194FB2894}"/>
          </ac:spMkLst>
        </pc:spChg>
      </pc:sldChg>
    </pc:docChg>
  </pc:docChgLst>
  <pc:docChgLst>
    <pc:chgData name="LEVI TERRY" userId="S::lterry80052@uat.edu::a75a98c3-7e26-4765-9435-7d886587b9ae" providerId="AD" clId="Web-{B6385B1D-7FE3-5C0F-6F92-B6F03C6CCA12}"/>
    <pc:docChg chg="modSld">
      <pc:chgData name="LEVI TERRY" userId="S::lterry80052@uat.edu::a75a98c3-7e26-4765-9435-7d886587b9ae" providerId="AD" clId="Web-{B6385B1D-7FE3-5C0F-6F92-B6F03C6CCA12}" dt="2025-05-21T18:12:47.988" v="103" actId="20577"/>
      <pc:docMkLst>
        <pc:docMk/>
      </pc:docMkLst>
      <pc:sldChg chg="modSp">
        <pc:chgData name="LEVI TERRY" userId="S::lterry80052@uat.edu::a75a98c3-7e26-4765-9435-7d886587b9ae" providerId="AD" clId="Web-{B6385B1D-7FE3-5C0F-6F92-B6F03C6CCA12}" dt="2025-05-21T18:11:53.627" v="85" actId="20577"/>
        <pc:sldMkLst>
          <pc:docMk/>
          <pc:sldMk cId="1027205905" sldId="256"/>
        </pc:sldMkLst>
      </pc:sldChg>
      <pc:sldChg chg="modSp">
        <pc:chgData name="LEVI TERRY" userId="S::lterry80052@uat.edu::a75a98c3-7e26-4765-9435-7d886587b9ae" providerId="AD" clId="Web-{B6385B1D-7FE3-5C0F-6F92-B6F03C6CCA12}" dt="2025-05-21T18:12:47.988" v="103" actId="20577"/>
        <pc:sldMkLst>
          <pc:docMk/>
          <pc:sldMk cId="3778623392" sldId="265"/>
        </pc:sldMkLst>
      </pc:sldChg>
    </pc:docChg>
  </pc:docChgLst>
  <pc:docChgLst>
    <pc:chgData name="LEVI TERRY" userId="a75a98c3-7e26-4765-9435-7d886587b9ae" providerId="ADAL" clId="{011C99AA-007D-8240-A4C0-BD5B04C012D7}"/>
    <pc:docChg chg="modSld">
      <pc:chgData name="LEVI TERRY" userId="a75a98c3-7e26-4765-9435-7d886587b9ae" providerId="ADAL" clId="{011C99AA-007D-8240-A4C0-BD5B04C012D7}" dt="2025-05-28T07:15:11.743" v="362" actId="1076"/>
      <pc:docMkLst>
        <pc:docMk/>
      </pc:docMkLst>
      <pc:sldChg chg="modSp">
        <pc:chgData name="LEVI TERRY" userId="a75a98c3-7e26-4765-9435-7d886587b9ae" providerId="ADAL" clId="{011C99AA-007D-8240-A4C0-BD5B04C012D7}" dt="2025-05-28T07:15:11.743" v="362" actId="1076"/>
        <pc:sldMkLst>
          <pc:docMk/>
          <pc:sldMk cId="549611835" sldId="266"/>
        </pc:sldMkLst>
      </pc:sldChg>
    </pc:docChg>
  </pc:docChgLst>
  <pc:docChgLst>
    <pc:chgData name="LEVI TERRY" userId="S::lterry80052@uat.edu::a75a98c3-7e26-4765-9435-7d886587b9ae" providerId="AD" clId="Web-{53A99539-F9B0-6FEB-3A32-21A0D16D962F}"/>
    <pc:docChg chg="modSld">
      <pc:chgData name="LEVI TERRY" userId="S::lterry80052@uat.edu::a75a98c3-7e26-4765-9435-7d886587b9ae" providerId="AD" clId="Web-{53A99539-F9B0-6FEB-3A32-21A0D16D962F}" dt="2025-06-25T04:49:13.817" v="222" actId="20577"/>
      <pc:docMkLst>
        <pc:docMk/>
      </pc:docMkLst>
      <pc:sldChg chg="modSp">
        <pc:chgData name="LEVI TERRY" userId="S::lterry80052@uat.edu::a75a98c3-7e26-4765-9435-7d886587b9ae" providerId="AD" clId="Web-{53A99539-F9B0-6FEB-3A32-21A0D16D962F}" dt="2025-06-25T04:48:32.705" v="207" actId="20577"/>
        <pc:sldMkLst>
          <pc:docMk/>
          <pc:sldMk cId="3694471494" sldId="260"/>
        </pc:sldMkLst>
        <pc:spChg chg="mod">
          <ac:chgData name="LEVI TERRY" userId="S::lterry80052@uat.edu::a75a98c3-7e26-4765-9435-7d886587b9ae" providerId="AD" clId="Web-{53A99539-F9B0-6FEB-3A32-21A0D16D962F}" dt="2025-06-25T04:48:32.705" v="207" actId="20577"/>
          <ac:spMkLst>
            <pc:docMk/>
            <pc:sldMk cId="3694471494" sldId="260"/>
            <ac:spMk id="4" creationId="{4CB39017-4020-9DAE-2A4E-69C6C7FEC00C}"/>
          </ac:spMkLst>
        </pc:spChg>
      </pc:sldChg>
      <pc:sldChg chg="modSp">
        <pc:chgData name="LEVI TERRY" userId="S::lterry80052@uat.edu::a75a98c3-7e26-4765-9435-7d886587b9ae" providerId="AD" clId="Web-{53A99539-F9B0-6FEB-3A32-21A0D16D962F}" dt="2025-06-25T04:49:13.817" v="222" actId="20577"/>
        <pc:sldMkLst>
          <pc:docMk/>
          <pc:sldMk cId="432790670" sldId="267"/>
        </pc:sldMkLst>
        <pc:spChg chg="mod">
          <ac:chgData name="LEVI TERRY" userId="S::lterry80052@uat.edu::a75a98c3-7e26-4765-9435-7d886587b9ae" providerId="AD" clId="Web-{53A99539-F9B0-6FEB-3A32-21A0D16D962F}" dt="2025-06-25T04:49:13.817" v="222" actId="20577"/>
          <ac:spMkLst>
            <pc:docMk/>
            <pc:sldMk cId="432790670" sldId="267"/>
            <ac:spMk id="6" creationId="{79CA48F3-1B18-4830-981D-AD71F5C3B239}"/>
          </ac:spMkLst>
        </pc:spChg>
      </pc:sldChg>
    </pc:docChg>
  </pc:docChgLst>
  <pc:docChgLst>
    <pc:chgData name="LEVI TERRY" userId="S::lterry80052@uat.edu::a75a98c3-7e26-4765-9435-7d886587b9ae" providerId="AD" clId="Web-{3A71A803-54AD-347C-ED59-3BB04952F199}"/>
    <pc:docChg chg="modSld">
      <pc:chgData name="LEVI TERRY" userId="S::lterry80052@uat.edu::a75a98c3-7e26-4765-9435-7d886587b9ae" providerId="AD" clId="Web-{3A71A803-54AD-347C-ED59-3BB04952F199}" dt="2025-05-21T18:22:50.880" v="213" actId="14100"/>
      <pc:docMkLst>
        <pc:docMk/>
      </pc:docMkLst>
      <pc:sldChg chg="modSp">
        <pc:chgData name="LEVI TERRY" userId="S::lterry80052@uat.edu::a75a98c3-7e26-4765-9435-7d886587b9ae" providerId="AD" clId="Web-{3A71A803-54AD-347C-ED59-3BB04952F199}" dt="2025-05-21T18:22:44.568" v="209" actId="20577"/>
        <pc:sldMkLst>
          <pc:docMk/>
          <pc:sldMk cId="3694471494" sldId="260"/>
        </pc:sldMkLst>
      </pc:sldChg>
      <pc:sldChg chg="modSp">
        <pc:chgData name="LEVI TERRY" userId="S::lterry80052@uat.edu::a75a98c3-7e26-4765-9435-7d886587b9ae" providerId="AD" clId="Web-{3A71A803-54AD-347C-ED59-3BB04952F199}" dt="2025-05-21T18:22:50.880" v="213" actId="14100"/>
        <pc:sldMkLst>
          <pc:docMk/>
          <pc:sldMk cId="3778623392"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C8F1D-6931-4BBE-B43E-7E1F9EC1A980}" type="datetimeFigureOut">
              <a:rPr lang="en-US" smtClean="0"/>
              <a:t>7/9/2025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29702D-D354-4A51-9140-35FFE81DFE48}" type="slidenum">
              <a:rPr lang="en-US" smtClean="0"/>
              <a:t>‹#›</a:t>
            </a:fld>
            <a:endParaRPr lang="en-US"/>
          </a:p>
        </p:txBody>
      </p:sp>
    </p:spTree>
    <p:extLst>
      <p:ext uri="{BB962C8B-B14F-4D97-AF65-F5344CB8AC3E}">
        <p14:creationId xmlns:p14="http://schemas.microsoft.com/office/powerpoint/2010/main" val="2018615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Guidelines:</a:t>
            </a:r>
          </a:p>
        </p:txBody>
      </p:sp>
      <p:sp>
        <p:nvSpPr>
          <p:cNvPr id="4" name="Slide Number Placeholder 3"/>
          <p:cNvSpPr>
            <a:spLocks noGrp="1"/>
          </p:cNvSpPr>
          <p:nvPr>
            <p:ph type="sldNum" sz="quarter" idx="5"/>
          </p:nvPr>
        </p:nvSpPr>
        <p:spPr/>
        <p:txBody>
          <a:bodyPr/>
          <a:lstStyle/>
          <a:p>
            <a:fld id="{9329702D-D354-4A51-9140-35FFE81DFE48}" type="slidenum">
              <a:rPr lang="en-US" smtClean="0"/>
              <a:t>2</a:t>
            </a:fld>
            <a:endParaRPr lang="en-US"/>
          </a:p>
        </p:txBody>
      </p:sp>
    </p:spTree>
    <p:extLst>
      <p:ext uri="{BB962C8B-B14F-4D97-AF65-F5344CB8AC3E}">
        <p14:creationId xmlns:p14="http://schemas.microsoft.com/office/powerpoint/2010/main" val="1159414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Guidelines: Refer to the Tech Resources document provided by your SIP Instructor </a:t>
            </a:r>
          </a:p>
        </p:txBody>
      </p:sp>
      <p:sp>
        <p:nvSpPr>
          <p:cNvPr id="4" name="Slide Number Placeholder 3"/>
          <p:cNvSpPr>
            <a:spLocks noGrp="1"/>
          </p:cNvSpPr>
          <p:nvPr>
            <p:ph type="sldNum" sz="quarter" idx="5"/>
          </p:nvPr>
        </p:nvSpPr>
        <p:spPr/>
        <p:txBody>
          <a:bodyPr/>
          <a:lstStyle/>
          <a:p>
            <a:fld id="{9329702D-D354-4A51-9140-35FFE81DFE48}" type="slidenum">
              <a:rPr lang="en-US" smtClean="0"/>
              <a:t>4</a:t>
            </a:fld>
            <a:endParaRPr lang="en-US"/>
          </a:p>
        </p:txBody>
      </p:sp>
    </p:spTree>
    <p:extLst>
      <p:ext uri="{BB962C8B-B14F-4D97-AF65-F5344CB8AC3E}">
        <p14:creationId xmlns:p14="http://schemas.microsoft.com/office/powerpoint/2010/main" val="1803227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 Project Management </a:t>
            </a:r>
          </a:p>
        </p:txBody>
      </p:sp>
      <p:sp>
        <p:nvSpPr>
          <p:cNvPr id="4" name="Slide Number Placeholder 3"/>
          <p:cNvSpPr>
            <a:spLocks noGrp="1"/>
          </p:cNvSpPr>
          <p:nvPr>
            <p:ph type="sldNum" sz="quarter" idx="5"/>
          </p:nvPr>
        </p:nvSpPr>
        <p:spPr/>
        <p:txBody>
          <a:bodyPr/>
          <a:lstStyle/>
          <a:p>
            <a:fld id="{9329702D-D354-4A51-9140-35FFE81DFE48}" type="slidenum">
              <a:rPr lang="en-US" smtClean="0"/>
              <a:t>5</a:t>
            </a:fld>
            <a:endParaRPr lang="en-US"/>
          </a:p>
        </p:txBody>
      </p:sp>
    </p:spTree>
    <p:extLst>
      <p:ext uri="{BB962C8B-B14F-4D97-AF65-F5344CB8AC3E}">
        <p14:creationId xmlns:p14="http://schemas.microsoft.com/office/powerpoint/2010/main" val="4243954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29702D-D354-4A51-9140-35FFE81DFE48}" type="slidenum">
              <a:rPr lang="en-US" smtClean="0"/>
              <a:t>7</a:t>
            </a:fld>
            <a:endParaRPr lang="en-US"/>
          </a:p>
        </p:txBody>
      </p:sp>
    </p:spTree>
    <p:extLst>
      <p:ext uri="{BB962C8B-B14F-4D97-AF65-F5344CB8AC3E}">
        <p14:creationId xmlns:p14="http://schemas.microsoft.com/office/powerpoint/2010/main" val="3389104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6F184-BC86-1027-1F38-EAB424670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0FD0B-F184-E8ED-8425-493870A72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15CE5-F276-BA1C-C566-88A3AC971B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944D75-C157-29BF-47D0-AF463CCC2053}"/>
              </a:ext>
            </a:extLst>
          </p:cNvPr>
          <p:cNvSpPr>
            <a:spLocks noGrp="1"/>
          </p:cNvSpPr>
          <p:nvPr>
            <p:ph type="sldNum" sz="quarter" idx="5"/>
          </p:nvPr>
        </p:nvSpPr>
        <p:spPr/>
        <p:txBody>
          <a:bodyPr/>
          <a:lstStyle/>
          <a:p>
            <a:fld id="{9329702D-D354-4A51-9140-35FFE81DFE48}" type="slidenum">
              <a:rPr lang="en-US" smtClean="0"/>
              <a:t>8</a:t>
            </a:fld>
            <a:endParaRPr lang="en-US"/>
          </a:p>
        </p:txBody>
      </p:sp>
    </p:spTree>
    <p:extLst>
      <p:ext uri="{BB962C8B-B14F-4D97-AF65-F5344CB8AC3E}">
        <p14:creationId xmlns:p14="http://schemas.microsoft.com/office/powerpoint/2010/main" val="147495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FBA8A-A94B-4B8C-1629-4626C0F68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47ACC-3015-B632-55F0-A8C1405756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65C47-539A-37C7-E963-6673C38663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8653B2-8122-C8B0-2EAD-903240EDFEBC}"/>
              </a:ext>
            </a:extLst>
          </p:cNvPr>
          <p:cNvSpPr>
            <a:spLocks noGrp="1"/>
          </p:cNvSpPr>
          <p:nvPr>
            <p:ph type="sldNum" sz="quarter" idx="5"/>
          </p:nvPr>
        </p:nvSpPr>
        <p:spPr/>
        <p:txBody>
          <a:bodyPr/>
          <a:lstStyle/>
          <a:p>
            <a:fld id="{9329702D-D354-4A51-9140-35FFE81DFE48}" type="slidenum">
              <a:rPr lang="en-US" smtClean="0"/>
              <a:t>9</a:t>
            </a:fld>
            <a:endParaRPr lang="en-US"/>
          </a:p>
        </p:txBody>
      </p:sp>
    </p:spTree>
    <p:extLst>
      <p:ext uri="{BB962C8B-B14F-4D97-AF65-F5344CB8AC3E}">
        <p14:creationId xmlns:p14="http://schemas.microsoft.com/office/powerpoint/2010/main" val="2174746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add more slides as needed</a:t>
            </a:r>
          </a:p>
        </p:txBody>
      </p:sp>
      <p:sp>
        <p:nvSpPr>
          <p:cNvPr id="4" name="Slide Number Placeholder 3"/>
          <p:cNvSpPr>
            <a:spLocks noGrp="1"/>
          </p:cNvSpPr>
          <p:nvPr>
            <p:ph type="sldNum" sz="quarter" idx="5"/>
          </p:nvPr>
        </p:nvSpPr>
        <p:spPr/>
        <p:txBody>
          <a:bodyPr/>
          <a:lstStyle/>
          <a:p>
            <a:fld id="{9329702D-D354-4A51-9140-35FFE81DFE48}" type="slidenum">
              <a:rPr lang="en-US" smtClean="0"/>
              <a:t>8</a:t>
            </a:fld>
            <a:endParaRPr lang="en-US"/>
          </a:p>
        </p:txBody>
      </p:sp>
    </p:spTree>
    <p:extLst>
      <p:ext uri="{BB962C8B-B14F-4D97-AF65-F5344CB8AC3E}">
        <p14:creationId xmlns:p14="http://schemas.microsoft.com/office/powerpoint/2010/main" val="3453969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DCC64-00A9-413F-816D-3AD15ACF6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546B8-0255-4F76-B2A4-35132337A1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4A47F6-AA71-4E52-A819-757343972223}"/>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5" name="Footer Placeholder 4">
            <a:extLst>
              <a:ext uri="{FF2B5EF4-FFF2-40B4-BE49-F238E27FC236}">
                <a16:creationId xmlns:a16="http://schemas.microsoft.com/office/drawing/2014/main" id="{6AE48304-41C3-4E9B-B3AF-8C27156B8D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222A0C-F7CC-4522-A92A-1C0AEAEA09EE}"/>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2357491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EFC02-9ADC-4EA7-AF2F-EDFFEAB7A6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892819-7411-49DD-A7BA-8DD657B29F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9C73AB-CDB2-4464-A189-3902379A4952}"/>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5" name="Footer Placeholder 4">
            <a:extLst>
              <a:ext uri="{FF2B5EF4-FFF2-40B4-BE49-F238E27FC236}">
                <a16:creationId xmlns:a16="http://schemas.microsoft.com/office/drawing/2014/main" id="{F8956E43-3621-4630-88A1-2F8BEAB5CF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49519E-ABB7-43F9-A71E-E5F7F7A2D7DB}"/>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711523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13378-7821-4D91-B7AC-F068254373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D490CA-FDBA-4700-B3D5-818863CA6D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D0C623-0B64-4049-98C7-95AF05EF1669}"/>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5" name="Footer Placeholder 4">
            <a:extLst>
              <a:ext uri="{FF2B5EF4-FFF2-40B4-BE49-F238E27FC236}">
                <a16:creationId xmlns:a16="http://schemas.microsoft.com/office/drawing/2014/main" id="{3DEAE0E5-BF1C-44BC-A701-CDAA4C285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444408-786E-4466-9437-9354E5A25B18}"/>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465618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85AA-20C5-4DD1-9AF9-1D7947FF59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1EFE1-561A-4FA9-AFA3-0DB291C3AE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2615A2-93CE-46FB-A164-7492B6002B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2CCA20-FC29-48C8-9686-C585884CEF75}"/>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6" name="Footer Placeholder 5">
            <a:extLst>
              <a:ext uri="{FF2B5EF4-FFF2-40B4-BE49-F238E27FC236}">
                <a16:creationId xmlns:a16="http://schemas.microsoft.com/office/drawing/2014/main" id="{43B722E2-DD1B-4CD3-84E1-3C8CF7EB3C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1F2C31-E69E-4814-8C19-DF078A2C8F4F}"/>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6429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B7DF0-11FE-4398-811D-C0EF0E7FE7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76944B-7AA7-41C7-916C-D0EE272569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543E51-D4DF-4665-8628-153EA0C891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CFB365-CC69-4C3F-9F16-8A438B1318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4CFABD-29B6-4044-B304-56CBA02918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4D174-2D66-4DD6-9965-4D3050F170D8}"/>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8" name="Footer Placeholder 7">
            <a:extLst>
              <a:ext uri="{FF2B5EF4-FFF2-40B4-BE49-F238E27FC236}">
                <a16:creationId xmlns:a16="http://schemas.microsoft.com/office/drawing/2014/main" id="{3C70454C-C697-4B8E-8D60-759FA1C2D1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8218BF-4438-435B-94DB-C9506DB389AB}"/>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171017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160CC-43EC-4427-8011-9658CFA577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0B5A2A-C2CC-494C-B92E-C14CD9EA9D3E}"/>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4" name="Footer Placeholder 3">
            <a:extLst>
              <a:ext uri="{FF2B5EF4-FFF2-40B4-BE49-F238E27FC236}">
                <a16:creationId xmlns:a16="http://schemas.microsoft.com/office/drawing/2014/main" id="{E865C84A-B070-4E77-A955-D76118AF06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95FDA5-4F94-4BF9-A4BA-1D5B3593303F}"/>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064697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BDFFEC-7784-4E80-8F2B-422483F00367}"/>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3" name="Footer Placeholder 2">
            <a:extLst>
              <a:ext uri="{FF2B5EF4-FFF2-40B4-BE49-F238E27FC236}">
                <a16:creationId xmlns:a16="http://schemas.microsoft.com/office/drawing/2014/main" id="{51EEBC68-8C65-40A2-A032-60C6A91DEE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49E035-9ADD-4416-8E01-A8F445F588F1}"/>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2657188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08A9-3E1B-4780-9328-5608597BF6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CEDE7A-2F1D-40A2-B987-6F90362ADF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AF1F37-C021-4BBF-B0DE-82406B833D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5E2B2A-6CF8-45CD-B347-A3C90016AA8C}"/>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6" name="Footer Placeholder 5">
            <a:extLst>
              <a:ext uri="{FF2B5EF4-FFF2-40B4-BE49-F238E27FC236}">
                <a16:creationId xmlns:a16="http://schemas.microsoft.com/office/drawing/2014/main" id="{CFFD7231-4514-4FEC-97C2-7CA2B1D11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40E5D5-9D2C-4B46-A8C3-FD47A0C8CFA7}"/>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1046183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9ECA0-AD39-4B82-8F8C-47AE155FA8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FAA4ED-A93E-4D91-B4B3-26A4C16A17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657667-E32D-4AAE-BC72-111EC0245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152513-7554-43F7-AD15-372C9539D0DE}"/>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6" name="Footer Placeholder 5">
            <a:extLst>
              <a:ext uri="{FF2B5EF4-FFF2-40B4-BE49-F238E27FC236}">
                <a16:creationId xmlns:a16="http://schemas.microsoft.com/office/drawing/2014/main" id="{EC59B97C-E5CF-4023-AD2A-4C185CA990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6B27C3-16D3-4DE1-B48E-716E37A91234}"/>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83506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FC79E-A849-4A00-83C0-7ED59712D6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89F140-6127-4628-A3CA-DC6A6040C6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566E31-E83A-4C3A-81AD-EFC52BCAEF9E}"/>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5" name="Footer Placeholder 4">
            <a:extLst>
              <a:ext uri="{FF2B5EF4-FFF2-40B4-BE49-F238E27FC236}">
                <a16:creationId xmlns:a16="http://schemas.microsoft.com/office/drawing/2014/main" id="{F7E0082A-BDF4-4BC6-B1AF-075FF19045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66BDF-FF6C-44C3-8611-9E8CCEE806E8}"/>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277304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46B43-52BE-48D2-9BD8-23E98744D4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B9C963-66EF-4C59-ACE0-B44CFB645A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FB64CD-6295-41B0-A6D4-D2EE9E06DD15}"/>
              </a:ext>
            </a:extLst>
          </p:cNvPr>
          <p:cNvSpPr>
            <a:spLocks noGrp="1"/>
          </p:cNvSpPr>
          <p:nvPr>
            <p:ph type="dt" sz="half" idx="10"/>
          </p:nvPr>
        </p:nvSpPr>
        <p:spPr/>
        <p:txBody>
          <a:bodyPr/>
          <a:lstStyle/>
          <a:p>
            <a:fld id="{736706BA-2FBC-44D1-BC71-B0BEA2B22CF8}" type="datetimeFigureOut">
              <a:rPr lang="en-US" smtClean="0"/>
              <a:t>7/9/2025</a:t>
            </a:fld>
            <a:endParaRPr lang="en-US"/>
          </a:p>
        </p:txBody>
      </p:sp>
      <p:sp>
        <p:nvSpPr>
          <p:cNvPr id="5" name="Footer Placeholder 4">
            <a:extLst>
              <a:ext uri="{FF2B5EF4-FFF2-40B4-BE49-F238E27FC236}">
                <a16:creationId xmlns:a16="http://schemas.microsoft.com/office/drawing/2014/main" id="{B1FEABBB-8759-40CB-9481-E03FE854F8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07824-3608-4512-A828-E56943D59E0F}"/>
              </a:ext>
            </a:extLst>
          </p:cNvPr>
          <p:cNvSpPr>
            <a:spLocks noGrp="1"/>
          </p:cNvSpPr>
          <p:nvPr>
            <p:ph type="sldNum" sz="quarter" idx="12"/>
          </p:nvPr>
        </p:nvSpPr>
        <p:spPr/>
        <p:txBody>
          <a:bodyPr/>
          <a:lstStyle/>
          <a:p>
            <a:fld id="{E22EF237-D547-44A5-AF8A-5389119E45A4}" type="slidenum">
              <a:rPr lang="en-US" smtClean="0"/>
              <a:t>‹#›</a:t>
            </a:fld>
            <a:endParaRPr lang="en-US"/>
          </a:p>
        </p:txBody>
      </p:sp>
    </p:spTree>
    <p:extLst>
      <p:ext uri="{BB962C8B-B14F-4D97-AF65-F5344CB8AC3E}">
        <p14:creationId xmlns:p14="http://schemas.microsoft.com/office/powerpoint/2010/main" val="3181382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EBE2ED-03E5-453B-AC25-17AAABD7DD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D3F8E8-7797-4B06-875E-47110BF1C8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E931B2-2647-4295-B8D0-B5AD0185CB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6706BA-2FBC-44D1-BC71-B0BEA2B22CF8}" type="datetimeFigureOut">
              <a:rPr lang="en-US" smtClean="0"/>
              <a:t>7/9/2025</a:t>
            </a:fld>
            <a:endParaRPr lang="en-US"/>
          </a:p>
        </p:txBody>
      </p:sp>
      <p:sp>
        <p:nvSpPr>
          <p:cNvPr id="5" name="Footer Placeholder 4">
            <a:extLst>
              <a:ext uri="{FF2B5EF4-FFF2-40B4-BE49-F238E27FC236}">
                <a16:creationId xmlns:a16="http://schemas.microsoft.com/office/drawing/2014/main" id="{80B4A82E-95DC-4C2E-95CF-6747AE223A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94FB13-12DB-43AE-B6CB-D054CA830E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2EF237-D547-44A5-AF8A-5389119E45A4}" type="slidenum">
              <a:rPr lang="en-US" smtClean="0"/>
              <a:t>‹#›</a:t>
            </a:fld>
            <a:endParaRPr lang="en-US"/>
          </a:p>
        </p:txBody>
      </p:sp>
    </p:spTree>
    <p:extLst>
      <p:ext uri="{BB962C8B-B14F-4D97-AF65-F5344CB8AC3E}">
        <p14:creationId xmlns:p14="http://schemas.microsoft.com/office/powerpoint/2010/main" val="3935816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hyperlink" Target="https://www.sonicalert.com/SBB500SS-Alarm-Clock"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amazon.com/CLOCKY-Sleepers-Annoying-Energized-Digital-Funny/dp/B004MSMUGI" TargetMode="External"/><Relationship Id="rId5" Type="http://schemas.openxmlformats.org/officeDocument/2006/relationships/hyperlink" Target="https://www.focusonics.com/product/focusonics-model-b/" TargetMode="Externa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apartmenttherapy.com/how-many-times-do-most-people-hit-the-snooze-button-and-more-fascinating-alarm-clock-stats-243011" TargetMode="External"/><Relationship Id="rId5" Type="http://schemas.openxmlformats.org/officeDocument/2006/relationships/hyperlink" Target="https://www.statista.com/markets/415/topic/469/furniture-furnishings-household-items/#statistic1" TargetMode="Externa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Subtitle 2">
            <a:extLst>
              <a:ext uri="{FF2B5EF4-FFF2-40B4-BE49-F238E27FC236}">
                <a16:creationId xmlns:a16="http://schemas.microsoft.com/office/drawing/2014/main" id="{91778248-5B9F-494E-9CC1-68E59812265D}"/>
              </a:ext>
            </a:extLst>
          </p:cNvPr>
          <p:cNvSpPr>
            <a:spLocks noGrp="1"/>
          </p:cNvSpPr>
          <p:nvPr>
            <p:ph type="subTitle" idx="1"/>
          </p:nvPr>
        </p:nvSpPr>
        <p:spPr>
          <a:xfrm>
            <a:off x="1524000" y="5177363"/>
            <a:ext cx="9144000" cy="1318846"/>
          </a:xfrm>
        </p:spPr>
        <p:txBody>
          <a:bodyPr vert="horz" lIns="91440" tIns="45720" rIns="91440" bIns="45720" rtlCol="0" anchor="t">
            <a:normAutofit fontScale="92500" lnSpcReduction="10000"/>
          </a:bodyPr>
          <a:lstStyle/>
          <a:p>
            <a:r>
              <a:rPr lang="en-US" sz="2000" b="1" dirty="0"/>
              <a:t>Levi Terry</a:t>
            </a:r>
          </a:p>
          <a:p>
            <a:r>
              <a:rPr lang="en-US" sz="1600" dirty="0"/>
              <a:t>University of Advancing Technology</a:t>
            </a:r>
            <a:endParaRPr lang="en-US" sz="1600">
              <a:ea typeface="Calibri"/>
              <a:cs typeface="Calibri"/>
            </a:endParaRPr>
          </a:p>
          <a:p>
            <a:r>
              <a:rPr lang="en-US" sz="1600" dirty="0"/>
              <a:t>Robotics Engineering</a:t>
            </a:r>
            <a:endParaRPr lang="en-US" sz="1600" dirty="0">
              <a:ea typeface="Calibri"/>
              <a:cs typeface="Calibri"/>
            </a:endParaRPr>
          </a:p>
          <a:p>
            <a:r>
              <a:rPr lang="en-US" sz="1600" dirty="0"/>
              <a:t>Digital Maker and Fabrication, SIP311</a:t>
            </a:r>
            <a:endParaRPr lang="en-US" sz="1600" dirty="0">
              <a:ea typeface="Calibri"/>
              <a:cs typeface="Calibri"/>
            </a:endParaRPr>
          </a:p>
        </p:txBody>
      </p:sp>
      <p:sp>
        <p:nvSpPr>
          <p:cNvPr id="9" name="Subtitle 2">
            <a:extLst>
              <a:ext uri="{FF2B5EF4-FFF2-40B4-BE49-F238E27FC236}">
                <a16:creationId xmlns:a16="http://schemas.microsoft.com/office/drawing/2014/main" id="{3883ADB7-58F6-4900-B884-84A127F7C225}"/>
              </a:ext>
            </a:extLst>
          </p:cNvPr>
          <p:cNvSpPr txBox="1">
            <a:spLocks/>
          </p:cNvSpPr>
          <p:nvPr/>
        </p:nvSpPr>
        <p:spPr>
          <a:xfrm>
            <a:off x="1524000" y="2317653"/>
            <a:ext cx="9144000" cy="1318846"/>
          </a:xfrm>
          <a:prstGeom prst="rect">
            <a:avLst/>
          </a:prstGeom>
        </p:spPr>
        <p:txBody>
          <a:bodyPr vert="horz" lIns="91440" tIns="45720" rIns="91440" bIns="45720" rtlCol="0" anchor="t">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600" dirty="0">
                <a:latin typeface="Century Gothic"/>
              </a:rPr>
              <a:t>Directional Alarm Clock</a:t>
            </a:r>
            <a:endParaRPr lang="en-US" sz="6600" dirty="0">
              <a:latin typeface="Century Gothic" panose="020B0502020202020204" pitchFamily="34" charset="0"/>
            </a:endParaRP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Tree>
    <p:extLst>
      <p:ext uri="{BB962C8B-B14F-4D97-AF65-F5344CB8AC3E}">
        <p14:creationId xmlns:p14="http://schemas.microsoft.com/office/powerpoint/2010/main" val="1027205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0" y="432583"/>
            <a:ext cx="11179127"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000" dirty="0">
                <a:latin typeface="Century Gothic" panose="020B0502020202020204" pitchFamily="34" charset="0"/>
              </a:rPr>
              <a:t>Problem Statement</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1981201" y="1644816"/>
            <a:ext cx="8590670" cy="4195693"/>
          </a:xfrm>
          <a:prstGeom prst="rect">
            <a:avLst/>
          </a:prstGeom>
        </p:spPr>
        <p:txBody>
          <a:bodyPr vert="horz" lIns="91440" tIns="45720" rIns="91440" bIns="45720" rtlCol="0" anchor="t">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ea typeface="Calibri"/>
                <a:cs typeface="Calibri"/>
              </a:rPr>
              <a:t>When normal alarm clocks go off, they can easily wake up everyone in a room. This can become a problem if multiple people share a bedroom and have different wake up schedules. This is especially common in college dorm rooms, for example. My product will solve this by targeting the alarm to a specific person, so not everyone in the room will wake up if they don't need/want to.</a:t>
            </a:r>
          </a:p>
          <a:p>
            <a:pPr algn="l"/>
            <a:endParaRPr lang="en-US" dirty="0">
              <a:ea typeface="Calibri"/>
              <a:cs typeface="Calibri"/>
            </a:endParaRPr>
          </a:p>
          <a:p>
            <a:pPr algn="l"/>
            <a:r>
              <a:rPr lang="en-US" dirty="0">
                <a:ea typeface="Calibri"/>
                <a:cs typeface="Calibri"/>
              </a:rPr>
              <a:t>This alarm clock will use an ultrasound speaker for directional audio to target a specific person, so only the person using the alarm will be awoken. Along with directional audio, the clock will require the completion of a task to disable the alarm clock to activate the brain and get the user ready for the day.</a:t>
            </a:r>
          </a:p>
          <a:p>
            <a:pPr algn="l"/>
            <a:endParaRPr lang="en-US" dirty="0">
              <a:ea typeface="Calibri"/>
              <a:cs typeface="Calibri"/>
            </a:endParaRPr>
          </a:p>
          <a:p>
            <a:pPr algn="l"/>
            <a:r>
              <a:rPr lang="en-US" dirty="0">
                <a:ea typeface="Calibri"/>
                <a:cs typeface="Calibri"/>
              </a:rPr>
              <a:t>For Statistics see Appendix A: Statistics</a:t>
            </a:r>
          </a:p>
        </p:txBody>
      </p:sp>
    </p:spTree>
    <p:extLst>
      <p:ext uri="{BB962C8B-B14F-4D97-AF65-F5344CB8AC3E}">
        <p14:creationId xmlns:p14="http://schemas.microsoft.com/office/powerpoint/2010/main" val="432790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000" dirty="0">
                <a:latin typeface="Century Gothic" panose="020B0502020202020204" pitchFamily="34" charset="0"/>
              </a:rPr>
              <a:t>Innovation Claim</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4" name="Subtitle 2">
            <a:extLst>
              <a:ext uri="{FF2B5EF4-FFF2-40B4-BE49-F238E27FC236}">
                <a16:creationId xmlns:a16="http://schemas.microsoft.com/office/drawing/2014/main" id="{4CB39017-4020-9DAE-2A4E-69C6C7FEC00C}"/>
              </a:ext>
            </a:extLst>
          </p:cNvPr>
          <p:cNvSpPr txBox="1">
            <a:spLocks/>
          </p:cNvSpPr>
          <p:nvPr/>
        </p:nvSpPr>
        <p:spPr>
          <a:xfrm>
            <a:off x="2023168" y="1644816"/>
            <a:ext cx="9144000" cy="3461755"/>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The Directional Alarm Clock is a user-specific method of alerting users with the use of an ultrasound speaker to direct the alarm towards the specific sleeper who needs to be woken up without disturbing other nearby sleepers.</a:t>
            </a:r>
            <a:endParaRPr lang="en-US" dirty="0">
              <a:ea typeface="Calibri" panose="020F0502020204030204"/>
              <a:cs typeface="Calibri" panose="020F0502020204030204"/>
            </a:endParaRPr>
          </a:p>
          <a:p>
            <a:pPr algn="l"/>
            <a:endParaRPr lang="en-US" dirty="0">
              <a:ea typeface="Calibri" panose="020F0502020204030204"/>
              <a:cs typeface="Calibri" panose="020F0502020204030204"/>
            </a:endParaRPr>
          </a:p>
          <a:p>
            <a:pPr algn="l"/>
            <a:endParaRPr lang="en-US" dirty="0"/>
          </a:p>
        </p:txBody>
      </p:sp>
    </p:spTree>
    <p:extLst>
      <p:ext uri="{BB962C8B-B14F-4D97-AF65-F5344CB8AC3E}">
        <p14:creationId xmlns:p14="http://schemas.microsoft.com/office/powerpoint/2010/main" val="3694471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0" y="432583"/>
            <a:ext cx="11179127"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000" dirty="0">
                <a:latin typeface="Century Gothic" panose="020B0502020202020204" pitchFamily="34" charset="0"/>
              </a:rPr>
              <a:t>Technical Expertise &amp; Skills</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1988878" y="1644816"/>
            <a:ext cx="8590670" cy="4195693"/>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ea typeface="Calibri"/>
                <a:cs typeface="Calibri"/>
              </a:rPr>
              <a:t>This project requires experience in the following fields:</a:t>
            </a:r>
          </a:p>
          <a:p>
            <a:pPr marL="800100" lvl="1" indent="-342900" algn="l">
              <a:buFont typeface="Courier New" panose="020B0604020202020204" pitchFamily="34" charset="0"/>
              <a:buChar char="o"/>
            </a:pPr>
            <a:r>
              <a:rPr lang="en-US" dirty="0">
                <a:ea typeface="Calibri"/>
                <a:cs typeface="Calibri"/>
              </a:rPr>
              <a:t>Programming</a:t>
            </a:r>
          </a:p>
          <a:p>
            <a:pPr marL="800100" lvl="1" indent="-342900" algn="l">
              <a:buFont typeface="Courier New" panose="020B0604020202020204" pitchFamily="34" charset="0"/>
              <a:buChar char="o"/>
            </a:pPr>
            <a:r>
              <a:rPr lang="en-US" dirty="0">
                <a:ea typeface="Calibri"/>
                <a:cs typeface="Calibri"/>
              </a:rPr>
              <a:t>Electronic design</a:t>
            </a:r>
          </a:p>
          <a:p>
            <a:pPr marL="800100" lvl="1" indent="-342900" algn="l">
              <a:buFont typeface="Courier New" panose="020B0604020202020204" pitchFamily="34" charset="0"/>
              <a:buChar char="o"/>
            </a:pPr>
            <a:r>
              <a:rPr lang="en-US" dirty="0">
                <a:ea typeface="Calibri"/>
                <a:cs typeface="Calibri"/>
              </a:rPr>
              <a:t>3D modeling</a:t>
            </a:r>
          </a:p>
          <a:p>
            <a:pPr marL="800100" lvl="1" indent="-342900" algn="l">
              <a:buFont typeface="Courier New" panose="020B0604020202020204" pitchFamily="34" charset="0"/>
              <a:buChar char="o"/>
            </a:pPr>
            <a:r>
              <a:rPr lang="en-US" dirty="0">
                <a:ea typeface="Calibri"/>
                <a:cs typeface="Calibri"/>
              </a:rPr>
              <a:t>Fabrication</a:t>
            </a:r>
          </a:p>
        </p:txBody>
      </p:sp>
    </p:spTree>
    <p:extLst>
      <p:ext uri="{BB962C8B-B14F-4D97-AF65-F5344CB8AC3E}">
        <p14:creationId xmlns:p14="http://schemas.microsoft.com/office/powerpoint/2010/main" val="3793280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000" dirty="0">
                <a:latin typeface="Century Gothic" panose="020B0502020202020204" pitchFamily="34" charset="0"/>
              </a:rPr>
              <a:t>Project Description &amp; Scope</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3" name="TextBox 2">
            <a:extLst>
              <a:ext uri="{FF2B5EF4-FFF2-40B4-BE49-F238E27FC236}">
                <a16:creationId xmlns:a16="http://schemas.microsoft.com/office/drawing/2014/main" id="{C235D605-0D0E-F4ED-A43C-770BA5D32BEB}"/>
              </a:ext>
            </a:extLst>
          </p:cNvPr>
          <p:cNvSpPr txBox="1"/>
          <p:nvPr/>
        </p:nvSpPr>
        <p:spPr>
          <a:xfrm>
            <a:off x="1873249" y="2137833"/>
            <a:ext cx="9630833"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This project combines an alarm clock and an ultrasonic speaker creating a directional alarm clock that will be able to "target" one specific person as to not disturb others that may want to continue sleeping.</a:t>
            </a:r>
          </a:p>
          <a:p>
            <a:endParaRPr lang="en-US" dirty="0">
              <a:ea typeface="Calibri"/>
              <a:cs typeface="Calibri"/>
            </a:endParaRPr>
          </a:p>
          <a:p>
            <a:r>
              <a:rPr lang="en-US" dirty="0">
                <a:ea typeface="Calibri"/>
                <a:cs typeface="Calibri"/>
              </a:rPr>
              <a:t>I'm not planning on working with a team for this project with a team, but I am open to collaboration and help from other people.</a:t>
            </a:r>
          </a:p>
          <a:p>
            <a:endParaRPr lang="en-US" dirty="0">
              <a:ea typeface="Calibri"/>
              <a:cs typeface="Calibri"/>
            </a:endParaRPr>
          </a:p>
          <a:p>
            <a:r>
              <a:rPr lang="en-US" dirty="0">
                <a:ea typeface="Calibri"/>
                <a:cs typeface="Calibri"/>
              </a:rPr>
              <a:t>As for timeline I'm planning on making progress throughout this and next semester to create a MVP consisting of an ESP32-powered touchscreen for setting alarms and an ultrasonic directional speaker.</a:t>
            </a:r>
          </a:p>
        </p:txBody>
      </p:sp>
    </p:spTree>
    <p:extLst>
      <p:ext uri="{BB962C8B-B14F-4D97-AF65-F5344CB8AC3E}">
        <p14:creationId xmlns:p14="http://schemas.microsoft.com/office/powerpoint/2010/main" val="1370536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0" y="-3297"/>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000" dirty="0">
                <a:latin typeface="Century Gothic" panose="020B0502020202020204" pitchFamily="34" charset="0"/>
              </a:rPr>
              <a:t>Target Market</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8" name="Subtitle 2">
            <a:extLst>
              <a:ext uri="{FF2B5EF4-FFF2-40B4-BE49-F238E27FC236}">
                <a16:creationId xmlns:a16="http://schemas.microsoft.com/office/drawing/2014/main" id="{014B4A6B-653C-42D0-A7B3-810ECE8F1A82}"/>
              </a:ext>
            </a:extLst>
          </p:cNvPr>
          <p:cNvSpPr txBox="1">
            <a:spLocks/>
          </p:cNvSpPr>
          <p:nvPr/>
        </p:nvSpPr>
        <p:spPr>
          <a:xfrm>
            <a:off x="1872528" y="1454710"/>
            <a:ext cx="8449993" cy="4398355"/>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This will be primarily targeted for people who sleep in the same </a:t>
            </a:r>
            <a:r>
              <a:rPr lang="en-US" dirty="0" err="1"/>
              <a:t>ro</a:t>
            </a:r>
            <a:r>
              <a:rPr lang="en-US" dirty="0"/>
              <a:t> with someone else with each person having a different schedule. This might include:</a:t>
            </a:r>
          </a:p>
          <a:p>
            <a:pPr marL="800100" lvl="1" indent="-342900" algn="l">
              <a:buFont typeface="Courier New" panose="020B0604020202020204" pitchFamily="34" charset="0"/>
              <a:buChar char="o"/>
            </a:pPr>
            <a:r>
              <a:rPr lang="en-US" dirty="0"/>
              <a:t>Married Couples</a:t>
            </a:r>
            <a:endParaRPr lang="en-US" dirty="0">
              <a:ea typeface="Calibri"/>
              <a:cs typeface="Calibri"/>
            </a:endParaRPr>
          </a:p>
          <a:p>
            <a:pPr marL="800100" lvl="1" indent="-342900" algn="l">
              <a:buFont typeface="Courier New" panose="020B0604020202020204" pitchFamily="34" charset="0"/>
              <a:buChar char="o"/>
            </a:pPr>
            <a:r>
              <a:rPr lang="en-US" dirty="0"/>
              <a:t>Roommates</a:t>
            </a:r>
            <a:endParaRPr lang="en-US" dirty="0">
              <a:ea typeface="Calibri"/>
              <a:cs typeface="Calibri"/>
            </a:endParaRPr>
          </a:p>
          <a:p>
            <a:pPr marL="800100" lvl="1" indent="-342900" algn="l">
              <a:buFont typeface="Courier New" panose="020B0604020202020204" pitchFamily="34" charset="0"/>
              <a:buChar char="o"/>
            </a:pPr>
            <a:r>
              <a:rPr lang="en-US">
                <a:ea typeface="Calibri"/>
                <a:cs typeface="Calibri"/>
              </a:rPr>
              <a:t>Siblings</a:t>
            </a:r>
            <a:endParaRPr lang="en-US" dirty="0">
              <a:ea typeface="Calibri"/>
              <a:cs typeface="Calibri"/>
            </a:endParaRPr>
          </a:p>
          <a:p>
            <a:pPr marL="800100" lvl="1" indent="-342900" algn="l">
              <a:buFont typeface="Courier New" panose="020B0604020202020204" pitchFamily="34" charset="0"/>
              <a:buChar char="o"/>
            </a:pPr>
            <a:endParaRPr lang="en-US" dirty="0">
              <a:ea typeface="Calibri"/>
              <a:cs typeface="Calibri"/>
            </a:endParaRPr>
          </a:p>
          <a:p>
            <a:pPr marL="342900" indent="-342900" algn="l">
              <a:buFont typeface="Arial" panose="020B0604020202020204" pitchFamily="34" charset="0"/>
              <a:buChar char="•"/>
            </a:pPr>
            <a:endParaRPr lang="en-US" dirty="0">
              <a:ea typeface="Calibri"/>
              <a:cs typeface="Calibri"/>
            </a:endParaRPr>
          </a:p>
        </p:txBody>
      </p:sp>
    </p:spTree>
    <p:extLst>
      <p:ext uri="{BB962C8B-B14F-4D97-AF65-F5344CB8AC3E}">
        <p14:creationId xmlns:p14="http://schemas.microsoft.com/office/powerpoint/2010/main" val="549611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53926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000" dirty="0">
                <a:latin typeface="Century Gothic" panose="020B0502020202020204" pitchFamily="34" charset="0"/>
              </a:rPr>
              <a:t>Prior Art</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665871" y="1294228"/>
            <a:ext cx="10813365" cy="3528791"/>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Char char="•"/>
            </a:pPr>
            <a:r>
              <a:rPr lang="en-US" err="1">
                <a:ea typeface="+mn-lt"/>
                <a:cs typeface="+mn-lt"/>
              </a:rPr>
              <a:t>Focusonics</a:t>
            </a:r>
            <a:r>
              <a:rPr lang="en-US" dirty="0">
                <a:ea typeface="+mn-lt"/>
                <a:cs typeface="+mn-lt"/>
              </a:rPr>
              <a:t>® Model B - </a:t>
            </a:r>
            <a:r>
              <a:rPr lang="en-US" dirty="0">
                <a:ea typeface="+mn-lt"/>
                <a:cs typeface="+mn-lt"/>
                <a:hlinkClick r:id="rId5"/>
              </a:rPr>
              <a:t>Focusonics</a:t>
            </a:r>
            <a:r>
              <a:rPr lang="en-US" dirty="0">
                <a:ea typeface="+mn-lt"/>
                <a:cs typeface="+mn-lt"/>
              </a:rPr>
              <a:t> - Directional Speaker</a:t>
            </a:r>
            <a:endParaRPr lang="en-US" dirty="0">
              <a:ea typeface="+mn-lt"/>
              <a:cs typeface="+mn-lt"/>
              <a:hlinkClick r:id="rId5"/>
            </a:endParaRPr>
          </a:p>
          <a:p>
            <a:pPr marL="342900" indent="-342900" algn="l">
              <a:buChar char="•"/>
            </a:pPr>
            <a:r>
              <a:rPr lang="en-US" dirty="0">
                <a:ea typeface="+mn-lt"/>
                <a:cs typeface="+mn-lt"/>
              </a:rPr>
              <a:t>CLOCKY Extra Loud Alarm Clock - </a:t>
            </a:r>
            <a:r>
              <a:rPr lang="en-US" dirty="0">
                <a:ea typeface="+mn-lt"/>
                <a:cs typeface="+mn-lt"/>
                <a:hlinkClick r:id="rId6"/>
              </a:rPr>
              <a:t>Amazon</a:t>
            </a:r>
            <a:r>
              <a:rPr lang="en-US" dirty="0">
                <a:ea typeface="+mn-lt"/>
                <a:cs typeface="+mn-lt"/>
              </a:rPr>
              <a:t> - Alarm clock that tries to run away</a:t>
            </a:r>
          </a:p>
          <a:p>
            <a:pPr marL="342900" indent="-342900" algn="l">
              <a:buChar char="•"/>
            </a:pPr>
            <a:r>
              <a:rPr lang="en-US" dirty="0">
                <a:ea typeface="+mn-lt"/>
                <a:cs typeface="+mn-lt"/>
              </a:rPr>
              <a:t>Sonic Bomb Alarm Clock with Super Shaker - </a:t>
            </a:r>
            <a:r>
              <a:rPr lang="en-US" dirty="0">
                <a:ea typeface="+mn-lt"/>
                <a:cs typeface="+mn-lt"/>
                <a:hlinkClick r:id="rId7"/>
              </a:rPr>
              <a:t>Sonic Alert</a:t>
            </a:r>
            <a:r>
              <a:rPr lang="en-US" dirty="0">
                <a:ea typeface="+mn-lt"/>
                <a:cs typeface="+mn-lt"/>
              </a:rPr>
              <a:t> - Loud alarm clock with function to shake bed</a:t>
            </a:r>
            <a:endParaRPr lang="en-US" dirty="0">
              <a:ea typeface="Calibri" panose="020F0502020204030204"/>
              <a:cs typeface="Calibri" panose="020F0502020204030204"/>
            </a:endParaRPr>
          </a:p>
          <a:p>
            <a:pPr algn="l"/>
            <a:endParaRPr lang="en-US" dirty="0">
              <a:ea typeface="+mn-lt"/>
              <a:cs typeface="+mn-lt"/>
            </a:endParaRPr>
          </a:p>
        </p:txBody>
      </p:sp>
    </p:spTree>
    <p:extLst>
      <p:ext uri="{BB962C8B-B14F-4D97-AF65-F5344CB8AC3E}">
        <p14:creationId xmlns:p14="http://schemas.microsoft.com/office/powerpoint/2010/main" val="729111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EDDB-74F1-4F7C-DF3F-FA00FA8FD15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F4210C1-7502-F904-7CD9-518D5B5119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79A685AC-C4F2-15CF-14E8-5264CB1A9332}"/>
              </a:ext>
            </a:extLst>
          </p:cNvPr>
          <p:cNvSpPr txBox="1">
            <a:spLocks/>
          </p:cNvSpPr>
          <p:nvPr/>
        </p:nvSpPr>
        <p:spPr>
          <a:xfrm>
            <a:off x="539261" y="432583"/>
            <a:ext cx="9144000" cy="1318846"/>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000" dirty="0">
                <a:latin typeface="Century Gothic"/>
              </a:rPr>
              <a:t>Appendix A: Statistics</a:t>
            </a:r>
            <a:endParaRPr lang="en-US" dirty="0"/>
          </a:p>
        </p:txBody>
      </p:sp>
      <p:pic>
        <p:nvPicPr>
          <p:cNvPr id="11" name="Picture 10" descr="A black sign with white text&#10;&#10;Description automatically generated">
            <a:extLst>
              <a:ext uri="{FF2B5EF4-FFF2-40B4-BE49-F238E27FC236}">
                <a16:creationId xmlns:a16="http://schemas.microsoft.com/office/drawing/2014/main" id="{90769D74-DCEA-3255-D4F8-5C2EADED85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753" y="5287045"/>
            <a:ext cx="1446907" cy="1467877"/>
          </a:xfrm>
          <a:prstGeom prst="rect">
            <a:avLst/>
          </a:prstGeom>
        </p:spPr>
      </p:pic>
      <p:sp>
        <p:nvSpPr>
          <p:cNvPr id="6" name="Subtitle 2">
            <a:extLst>
              <a:ext uri="{FF2B5EF4-FFF2-40B4-BE49-F238E27FC236}">
                <a16:creationId xmlns:a16="http://schemas.microsoft.com/office/drawing/2014/main" id="{5F91B036-9FDC-351A-F835-C51DCAEF19D1}"/>
              </a:ext>
            </a:extLst>
          </p:cNvPr>
          <p:cNvSpPr txBox="1">
            <a:spLocks/>
          </p:cNvSpPr>
          <p:nvPr/>
        </p:nvSpPr>
        <p:spPr>
          <a:xfrm>
            <a:off x="1548187" y="3339596"/>
            <a:ext cx="9951102" cy="2806897"/>
          </a:xfrm>
          <a:prstGeom prst="rect">
            <a:avLst/>
          </a:prstGeom>
        </p:spPr>
        <p:txBody>
          <a:bodyPr vert="horz" lIns="91440" tIns="45720" rIns="91440" bIns="45720" rtlCol="0" anchor="t">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ea typeface="+mn-lt"/>
                <a:cs typeface="+mn-lt"/>
              </a:rPr>
              <a:t>Projected value of furniture market (Furniture, Furnishings &amp; Household Items. n.d.) </a:t>
            </a:r>
            <a:endParaRPr lang="en-US" dirty="0">
              <a:ea typeface="Calibri" panose="020F0502020204030204"/>
              <a:cs typeface="Calibri" panose="020F0502020204030204"/>
            </a:endParaRPr>
          </a:p>
          <a:p>
            <a:pPr algn="l"/>
            <a:r>
              <a:rPr lang="en-US" b="1" dirty="0">
                <a:ea typeface="+mn-lt"/>
                <a:cs typeface="+mn-lt"/>
              </a:rPr>
              <a:t>Morning Feelings </a:t>
            </a:r>
            <a:endParaRPr lang="en-US" b="1" dirty="0">
              <a:ea typeface="Calibri"/>
              <a:cs typeface="Calibri"/>
            </a:endParaRPr>
          </a:p>
          <a:p>
            <a:pPr algn="l"/>
            <a:r>
              <a:rPr lang="en-US" dirty="0">
                <a:ea typeface="+mn-lt"/>
                <a:cs typeface="+mn-lt"/>
              </a:rPr>
              <a:t>Approximately 53.86% of people feel dreadful when their alarm goes off in the morning. Additionally, 27.12% of people feel anxious, 11.24% feel energized, 2.32% feel excited, and 0.32% of people feel awake. (Morgan 2019) </a:t>
            </a:r>
            <a:endParaRPr lang="en-US" dirty="0">
              <a:ea typeface="Calibri" panose="020F0502020204030204"/>
              <a:cs typeface="Calibri" panose="020F0502020204030204"/>
            </a:endParaRPr>
          </a:p>
          <a:p>
            <a:pPr algn="l"/>
            <a:r>
              <a:rPr lang="en-US" b="1" dirty="0">
                <a:ea typeface="+mn-lt"/>
                <a:cs typeface="+mn-lt"/>
              </a:rPr>
              <a:t>Snooze Usage</a:t>
            </a:r>
            <a:r>
              <a:rPr lang="en-US" dirty="0">
                <a:ea typeface="+mn-lt"/>
                <a:cs typeface="+mn-lt"/>
              </a:rPr>
              <a:t> </a:t>
            </a:r>
            <a:endParaRPr lang="en-US" dirty="0">
              <a:ea typeface="Calibri" panose="020F0502020204030204"/>
              <a:cs typeface="Calibri" panose="020F0502020204030204"/>
            </a:endParaRPr>
          </a:p>
          <a:p>
            <a:pPr algn="l"/>
            <a:r>
              <a:rPr lang="en-US" dirty="0">
                <a:ea typeface="+mn-lt"/>
                <a:cs typeface="+mn-lt"/>
              </a:rPr>
              <a:t>Most people hit the snooze button at least once. 35.57% of women and 43.39% of men never press snooze. While 6.31% of women and 5.65% of men say they press snooze over 3 times. </a:t>
            </a:r>
            <a:endParaRPr lang="en-US" dirty="0">
              <a:ea typeface="Calibri" panose="020F0502020204030204"/>
              <a:cs typeface="Calibri" panose="020F0502020204030204"/>
            </a:endParaRPr>
          </a:p>
          <a:p>
            <a:pPr algn="l"/>
            <a:r>
              <a:rPr lang="en-US" dirty="0">
                <a:ea typeface="+mn-lt"/>
                <a:cs typeface="+mn-lt"/>
              </a:rPr>
              <a:t>Additionally, 61.94% only have 1 alarm set, 21.16% set 2, 12.44% set more than 2, and 4.46% of people don’t set alarms. (Morgan 2019) </a:t>
            </a:r>
            <a:endParaRPr lang="en-US" dirty="0">
              <a:ea typeface="Calibri" panose="020F0502020204030204"/>
              <a:cs typeface="Calibri" panose="020F0502020204030204"/>
            </a:endParaRPr>
          </a:p>
          <a:p>
            <a:pPr marL="342900" indent="-342900" algn="l">
              <a:buChar char="•"/>
            </a:pPr>
            <a:endParaRPr lang="en-US" sz="1200">
              <a:latin typeface="Times New Roman"/>
              <a:ea typeface="+mn-lt"/>
              <a:cs typeface="Times New Roman"/>
            </a:endParaRPr>
          </a:p>
        </p:txBody>
      </p:sp>
      <p:pic>
        <p:nvPicPr>
          <p:cNvPr id="2" name="Picture 1" descr="Picture">
            <a:extLst>
              <a:ext uri="{FF2B5EF4-FFF2-40B4-BE49-F238E27FC236}">
                <a16:creationId xmlns:a16="http://schemas.microsoft.com/office/drawing/2014/main" id="{31EAD975-4E99-A27A-9ACD-07C6E4847FDA}"/>
              </a:ext>
            </a:extLst>
          </p:cNvPr>
          <p:cNvPicPr>
            <a:picLocks noChangeAspect="1"/>
          </p:cNvPicPr>
          <p:nvPr/>
        </p:nvPicPr>
        <p:blipFill>
          <a:blip r:embed="rId5"/>
          <a:stretch>
            <a:fillRect/>
          </a:stretch>
        </p:blipFill>
        <p:spPr>
          <a:xfrm>
            <a:off x="1546058" y="1095757"/>
            <a:ext cx="3565356" cy="2240116"/>
          </a:xfrm>
          <a:prstGeom prst="rect">
            <a:avLst/>
          </a:prstGeom>
        </p:spPr>
      </p:pic>
    </p:spTree>
    <p:extLst>
      <p:ext uri="{BB962C8B-B14F-4D97-AF65-F5344CB8AC3E}">
        <p14:creationId xmlns:p14="http://schemas.microsoft.com/office/powerpoint/2010/main" val="1193583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ECF6B-01E3-6FB5-8791-43D1A550B10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AF576F0-A0E7-24EC-FAA5-1B152D66AC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F5919938-66A4-E277-1725-82F194FB2894}"/>
              </a:ext>
            </a:extLst>
          </p:cNvPr>
          <p:cNvSpPr txBox="1">
            <a:spLocks/>
          </p:cNvSpPr>
          <p:nvPr/>
        </p:nvSpPr>
        <p:spPr>
          <a:xfrm>
            <a:off x="539261" y="432583"/>
            <a:ext cx="9144000" cy="1318846"/>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000" dirty="0">
                <a:latin typeface="Century Gothic"/>
              </a:rPr>
              <a:t>References</a:t>
            </a:r>
            <a:endParaRPr lang="en-US" dirty="0"/>
          </a:p>
        </p:txBody>
      </p:sp>
      <p:pic>
        <p:nvPicPr>
          <p:cNvPr id="11" name="Picture 10" descr="A black sign with white text&#10;&#10;Description automatically generated">
            <a:extLst>
              <a:ext uri="{FF2B5EF4-FFF2-40B4-BE49-F238E27FC236}">
                <a16:creationId xmlns:a16="http://schemas.microsoft.com/office/drawing/2014/main" id="{306B4A81-25C4-6105-7651-3B3AFD1D36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E647D57-9516-4F16-2EAB-0BD98F8935DE}"/>
              </a:ext>
            </a:extLst>
          </p:cNvPr>
          <p:cNvSpPr txBox="1">
            <a:spLocks/>
          </p:cNvSpPr>
          <p:nvPr/>
        </p:nvSpPr>
        <p:spPr>
          <a:xfrm>
            <a:off x="536475" y="1581775"/>
            <a:ext cx="10813365" cy="3528791"/>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457200" algn="l"/>
            <a:r>
              <a:rPr lang="en-US" dirty="0">
                <a:ea typeface="+mn-lt"/>
                <a:cs typeface="+mn-lt"/>
              </a:rPr>
              <a:t>Furniture, Furnishings &amp; Household Items. (n.d.). Statista. </a:t>
            </a:r>
            <a:r>
              <a:rPr lang="en-US" dirty="0">
                <a:ea typeface="+mn-lt"/>
                <a:cs typeface="+mn-lt"/>
                <a:hlinkClick r:id="rId5"/>
              </a:rPr>
              <a:t>https://www.statista.com/markets/415/topic/469/furniture-furnishings-household-items/#statistic1</a:t>
            </a:r>
            <a:r>
              <a:rPr lang="en-US" dirty="0">
                <a:ea typeface="+mn-lt"/>
                <a:cs typeface="+mn-lt"/>
              </a:rPr>
              <a:t> </a:t>
            </a:r>
            <a:endParaRPr lang="en-US">
              <a:ea typeface="+mn-lt"/>
              <a:cs typeface="+mn-lt"/>
              <a:hlinkClick r:id=""/>
            </a:endParaRPr>
          </a:p>
          <a:p>
            <a:pPr indent="-457200" algn="l"/>
            <a:endParaRPr lang="en-US" dirty="0">
              <a:ea typeface="+mn-lt"/>
              <a:cs typeface="+mn-lt"/>
            </a:endParaRPr>
          </a:p>
          <a:p>
            <a:pPr indent="-457200" algn="l"/>
            <a:r>
              <a:rPr lang="en-US" dirty="0">
                <a:ea typeface="+mn-lt"/>
                <a:cs typeface="+mn-lt"/>
              </a:rPr>
              <a:t>Morgan, B. (2019, May 3). How Many Times Do Most People Hit the Snooze Button? (And More Fascinating Alarm Clock Stats). apartment therapy. </a:t>
            </a:r>
            <a:r>
              <a:rPr lang="en-US" dirty="0">
                <a:ea typeface="+mn-lt"/>
                <a:cs typeface="+mn-lt"/>
                <a:hlinkClick r:id="rId6"/>
              </a:rPr>
              <a:t>https://www.apartmenttherapy.com/how-many-times-do-most-people-hit-the-snooze-button-and-more-fascinating-alarm-clock-stats-243011</a:t>
            </a:r>
            <a:r>
              <a:rPr lang="en-US" dirty="0">
                <a:ea typeface="+mn-lt"/>
                <a:cs typeface="+mn-lt"/>
              </a:rPr>
              <a:t> </a:t>
            </a: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2687483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1310348" y="5999867"/>
            <a:ext cx="9144000" cy="4255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Insert image(s), sketch, schematic, flowchart, rendering, etc.</a:t>
            </a:r>
          </a:p>
        </p:txBody>
      </p:sp>
      <p:sp>
        <p:nvSpPr>
          <p:cNvPr id="2" name="Rectangle: Rounded Corners 1">
            <a:extLst>
              <a:ext uri="{FF2B5EF4-FFF2-40B4-BE49-F238E27FC236}">
                <a16:creationId xmlns:a16="http://schemas.microsoft.com/office/drawing/2014/main" id="{739328C3-D4B4-4E23-92A0-C7385575E6BF}"/>
              </a:ext>
            </a:extLst>
          </p:cNvPr>
          <p:cNvSpPr/>
          <p:nvPr/>
        </p:nvSpPr>
        <p:spPr>
          <a:xfrm>
            <a:off x="240030" y="194310"/>
            <a:ext cx="11658600" cy="648081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7E04B23-E499-AA38-0B40-8E37F3A4F08B}"/>
              </a:ext>
            </a:extLst>
          </p:cNvPr>
          <p:cNvSpPr txBox="1">
            <a:spLocks/>
          </p:cNvSpPr>
          <p:nvPr/>
        </p:nvSpPr>
        <p:spPr>
          <a:xfrm>
            <a:off x="895350" y="432583"/>
            <a:ext cx="104013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latin typeface="Century Gothic" panose="020B0502020202020204" pitchFamily="34" charset="0"/>
              </a:rPr>
              <a:t>Proof of Concept/Early-Stage Prototype</a:t>
            </a:r>
          </a:p>
        </p:txBody>
      </p:sp>
    </p:spTree>
    <p:extLst>
      <p:ext uri="{BB962C8B-B14F-4D97-AF65-F5344CB8AC3E}">
        <p14:creationId xmlns:p14="http://schemas.microsoft.com/office/powerpoint/2010/main" val="3309275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5C6437-289F-4863-8E2D-AB07797AE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2">
            <a:extLst>
              <a:ext uri="{FF2B5EF4-FFF2-40B4-BE49-F238E27FC236}">
                <a16:creationId xmlns:a16="http://schemas.microsoft.com/office/drawing/2014/main" id="{3883ADB7-58F6-4900-B884-84A127F7C225}"/>
              </a:ext>
            </a:extLst>
          </p:cNvPr>
          <p:cNvSpPr txBox="1">
            <a:spLocks/>
          </p:cNvSpPr>
          <p:nvPr/>
        </p:nvSpPr>
        <p:spPr>
          <a:xfrm>
            <a:off x="1270781" y="432583"/>
            <a:ext cx="9144000" cy="13188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latin typeface="Century Gothic" panose="020B0502020202020204" pitchFamily="34" charset="0"/>
              </a:rPr>
              <a:t>Q&amp;A</a:t>
            </a:r>
          </a:p>
        </p:txBody>
      </p:sp>
      <p:pic>
        <p:nvPicPr>
          <p:cNvPr id="11" name="Picture 10" descr="A black sign with white text&#10;&#10;Description automatically generated">
            <a:extLst>
              <a:ext uri="{FF2B5EF4-FFF2-40B4-BE49-F238E27FC236}">
                <a16:creationId xmlns:a16="http://schemas.microsoft.com/office/drawing/2014/main" id="{439D7856-6FBC-427C-85B5-06C1A810C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621" y="5106571"/>
            <a:ext cx="1446907" cy="1467877"/>
          </a:xfrm>
          <a:prstGeom prst="rect">
            <a:avLst/>
          </a:prstGeom>
        </p:spPr>
      </p:pic>
      <p:sp>
        <p:nvSpPr>
          <p:cNvPr id="6" name="Subtitle 2">
            <a:extLst>
              <a:ext uri="{FF2B5EF4-FFF2-40B4-BE49-F238E27FC236}">
                <a16:creationId xmlns:a16="http://schemas.microsoft.com/office/drawing/2014/main" id="{79CA48F3-1B18-4830-981D-AD71F5C3B239}"/>
              </a:ext>
            </a:extLst>
          </p:cNvPr>
          <p:cNvSpPr txBox="1">
            <a:spLocks/>
          </p:cNvSpPr>
          <p:nvPr/>
        </p:nvSpPr>
        <p:spPr>
          <a:xfrm>
            <a:off x="712764" y="1751429"/>
            <a:ext cx="10255348" cy="626011"/>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ea typeface="+mn-lt"/>
                <a:cs typeface="+mn-lt"/>
              </a:rPr>
              <a:t>Levi Terry, Robotics and Embedded Systems + Digital Maker and Fabrication</a:t>
            </a:r>
            <a:endParaRPr lang="en-US"/>
          </a:p>
        </p:txBody>
      </p:sp>
      <p:sp>
        <p:nvSpPr>
          <p:cNvPr id="8" name="Rectangle: Rounded Corners 7">
            <a:extLst>
              <a:ext uri="{FF2B5EF4-FFF2-40B4-BE49-F238E27FC236}">
                <a16:creationId xmlns:a16="http://schemas.microsoft.com/office/drawing/2014/main" id="{2AAD7EE1-D72C-4205-AC97-1A6F81152F1F}"/>
              </a:ext>
            </a:extLst>
          </p:cNvPr>
          <p:cNvSpPr/>
          <p:nvPr/>
        </p:nvSpPr>
        <p:spPr>
          <a:xfrm>
            <a:off x="506437" y="1561513"/>
            <a:ext cx="11071274" cy="81592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ubtitle 2">
            <a:extLst>
              <a:ext uri="{FF2B5EF4-FFF2-40B4-BE49-F238E27FC236}">
                <a16:creationId xmlns:a16="http://schemas.microsoft.com/office/drawing/2014/main" id="{F459097D-CB27-4FB2-BF1D-D1A32CAD9E2C}"/>
              </a:ext>
            </a:extLst>
          </p:cNvPr>
          <p:cNvSpPr txBox="1">
            <a:spLocks/>
          </p:cNvSpPr>
          <p:nvPr/>
        </p:nvSpPr>
        <p:spPr>
          <a:xfrm>
            <a:off x="713159" y="2786577"/>
            <a:ext cx="10255348" cy="1819504"/>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ea typeface="+mn-lt"/>
                <a:cs typeface="+mn-lt"/>
              </a:rPr>
              <a:t>This alarm clock will use an ultrasound speaker for directional audio to target a specific person, so only the person using the alarm will be awoken. Along with directional audio, the clock will require the completion of a task to disable the alarm clock to activate the brain and get the user ready for the day.</a:t>
            </a:r>
            <a:endParaRPr lang="en-US" dirty="0"/>
          </a:p>
        </p:txBody>
      </p:sp>
      <p:sp>
        <p:nvSpPr>
          <p:cNvPr id="12" name="Rectangle: Rounded Corners 11">
            <a:extLst>
              <a:ext uri="{FF2B5EF4-FFF2-40B4-BE49-F238E27FC236}">
                <a16:creationId xmlns:a16="http://schemas.microsoft.com/office/drawing/2014/main" id="{58C2D0D6-ADB8-48C8-BB22-19BF1C854A24}"/>
              </a:ext>
            </a:extLst>
          </p:cNvPr>
          <p:cNvSpPr/>
          <p:nvPr/>
        </p:nvSpPr>
        <p:spPr>
          <a:xfrm>
            <a:off x="525193" y="2596661"/>
            <a:ext cx="11071274" cy="222635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8623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593</Words>
  <Application>Microsoft Office PowerPoint</Application>
  <PresentationFormat>Widescreen</PresentationFormat>
  <Paragraphs>49</Paragraphs>
  <Slides>11</Slides>
  <Notes>7</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Dapzury Valenzuela</dc:creator>
  <cp:lastModifiedBy>LEVI TERRY</cp:lastModifiedBy>
  <cp:revision>274</cp:revision>
  <dcterms:created xsi:type="dcterms:W3CDTF">2019-05-30T17:34:23Z</dcterms:created>
  <dcterms:modified xsi:type="dcterms:W3CDTF">2025-07-09T19:47:07Z</dcterms:modified>
</cp:coreProperties>
</file>